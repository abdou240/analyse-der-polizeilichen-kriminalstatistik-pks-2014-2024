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Projektkonzept: Analyse der PKS 2010–2024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Diebstahlsdelikte in Deutschland – Abderrahmen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Thema &amp; Zielsetzung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Analyse der Polizeilichen Kriminalstatistik (PKS) 2010–2024</a:t>
            </a:r>
          </a:p>
          <a:p>
            <a:r>
              <a:t>• Fokus: Diebstahl insgesamt, Wohnungseinbruch, Kfz-Diebstahl</a:t>
            </a:r>
          </a:p>
          <a:p>
            <a:r>
              <a:t>• Ziel: Zeitliche Trends, regionale Unterschiede &amp; Aufklärungsquoten untersuchen</a:t>
            </a:r>
          </a:p>
          <a:p>
            <a:r>
              <a:t>• Nutzung von BKA-PKS-Daten + Bevölkerungsdaten (Destatis)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Forschungsfragen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Wie haben sich Diebstahlsdelikte zwischen 2010–2024 entwickelt?</a:t>
            </a:r>
          </a:p>
          <a:p>
            <a:r>
              <a:t>2. Welche regionalen Unterschiede bestehen zwischen Bundesländern?</a:t>
            </a:r>
          </a:p>
          <a:p>
            <a:r>
              <a:t>3. Wie entwickeln sich Aufklärungsquoten im Vergleich zu Fallzahlen?</a:t>
            </a:r>
          </a:p>
          <a:p>
            <a:r>
              <a:t>4. Optional: Zusammenhang zwischen Deliktsrate &amp; Bevölkerungsdichte?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Datengrundlage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Polizeiliche Kriminalstatistik (BKA): Fallzahlen, Delikte, Aufklärungsquoten</a:t>
            </a:r>
          </a:p>
          <a:p>
            <a:r>
              <a:t>• Jahresreihen 2010–2024</a:t>
            </a:r>
          </a:p>
          <a:p>
            <a:r>
              <a:t>• Zusatzdaten: Bevölkerungszahlen (Destatis)</a:t>
            </a:r>
          </a:p>
          <a:p>
            <a:r>
              <a:t>• Analyse-Einheit: Bundesländer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Methodisches Vorgehen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Datenbeschaffung und -bereinigung</a:t>
            </a:r>
          </a:p>
          <a:p>
            <a:r>
              <a:t>2. Explorative Datenanalyse (Visualisierung, Trends)</a:t>
            </a:r>
          </a:p>
          <a:p>
            <a:r>
              <a:t>3. Zeitreihenanalyse (ggf. gleitende Durchschnitte)</a:t>
            </a:r>
          </a:p>
          <a:p>
            <a:r>
              <a:t>4. Regionale Analyse / Kartendarstellungen</a:t>
            </a:r>
          </a:p>
          <a:p>
            <a:r>
              <a:t>5. Analyse der Aufklärungsquoten</a:t>
            </a:r>
          </a:p>
          <a:p>
            <a:r>
              <a:t>6. Interpretation &amp; Einordnung der Ergebnisse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Erwarteter Mehrwert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Überblick über langfristige Kriminalitätsentwicklung</a:t>
            </a:r>
          </a:p>
          <a:p>
            <a:r>
              <a:t>• Sichtbarmachung regionaler Unterschiede</a:t>
            </a:r>
          </a:p>
          <a:p>
            <a:r>
              <a:t>• Bessere Einordnung sicherheitspolitischer Entwicklungen</a:t>
            </a:r>
          </a:p>
          <a:p>
            <a:r>
              <a:t>• Stärkung von Fähigkeiten in Datenanalyse &amp; Visualisierung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